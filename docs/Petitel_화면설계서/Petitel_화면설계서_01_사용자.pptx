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Petitel 화면설계서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사용자(User) 앱 · 반려동물 호텔 예약 서비스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홈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01-A   홈 (로그인 상태)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로그인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02-1   회원가입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호텔 목록 / 검색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호텔 상세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반려동물 등록/관리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예약하기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05-1   결제하기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3017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05-2   결제 실패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예약 확인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마이페이지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예약내역 목록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예약 상세 / 취소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   취소/환불 확인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리뷰 작성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찜 목록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프로필 수정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18개 화면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첫인상을 결정하는 진입 화면. 로그인 여부와 무관하게 접근 가능하며, 카테고리·추천 호텔로 탐색을 유도한다.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523" y="1618488"/>
            <a:ext cx="4246474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퀵 내비게이션(미용/호텔/데이케어/건강관리) — 클릭 시 해당 카테고리로 필터링된 검색화면(03) 이동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평점 상위 3개 호텔 카드 노출 (평점 내림차순)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비로그인 시 GNB에 로그인/회원가입 버튼, 로그인 시 알림/프로필 아이콘으로 전환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찜하기(♡) 아이콘은 비로그인 상태에서 클릭 시 로그인 화면(02)으로 리다이렉트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/api/v1/hotels/recommendations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01-A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(로그인 상태)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01번 홈 화면의 상태 변형. 로그인 여부에 따라 GNB 우측 영역이 바뀌는 것을 보여주는 화면.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1-A_home_logged_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523" y="1618488"/>
            <a:ext cx="4246474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비로그인 시 '로그인/회원가입' 버튼 → 로그인 시 '알림 아이콘 + 이름 + 로그아웃'으로 전환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아이콘에 안 읽은 알림이 있으면 빨간 점 배지 표시 (예약 승인/거절 알림 등)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옆 아바타는 이름 첫 글자로 표시 (프로필 이미지 등록 전 기본값)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클릭 시 accessToken 삭제 후 비로그인 상태(01번)로 즉시 전환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/api/v1/users/me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/api/v1/notifications/unread-count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회원의 서비스 진입 관문. 예약 등 인증이 필요한 액션 시도 시에도 이 화면으로 리다이렉트된다.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2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형식 유효성 검사, 비밀번호 8자 미만 입력 시 버튼 비활성화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실패 시 '이메일 또는 비밀번호가 올바르지 않습니다' 인라인 에러 노출 (5회 실패 시 캡차 또는 잠금 정책 검토 필요)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OAuth2 로그인 — 최초 로그인 시 회원가입(02-1)으로 자동 연계, 기존 계정 있으면 즉시 로그인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성공 시 진입 전 시도했던 페이지(redirect URL)로 복귀, 없으면 홈(01)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/api/v1/auth/login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/oauth2/authorization/kakao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사용자를 정식 회원으로 전환하는 화면. 이후 반려동물 등록·예약의 전제 조건이 되는 계정을 생성한다.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2-1_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필수, 이메일 중복확인 API 실시간 체크, 비밀번호는 영문+숫자 조합 8자 이상 강제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휴대폰 본인인증(SMS) 완료해야 가입 버튼 활성화 — 어뷰징/허위계정 방지 목적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이용약관·개인정보처리방침 동의는 필수, 마케팅 수신동의는 선택 체크박스로 분리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간편가입 시 이름/휴대폰만 추가 입력받고 이메일·비밀번호 절차 생략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/api/v1/auth/signup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/api/v1/auth/verify-phone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/api/v1/auth/check-email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목록 / 검색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조건에 맞는 호텔을 탐색·비교하는 핵심 화면. 예약 전환의 첫 관문이라 필터 UX가 매우 중요하다.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3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110" y="1618488"/>
            <a:ext cx="3987299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검색 + 체크인/체크아웃 날짜range 선택 (체크아웃은 체크인 이후 날짜만 선택 가능하도록 제한)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종류(강아지/고양이/기타), 시설(주차/미용/마당 등) 다중 필터, 칩 선택 시 디바운스 후 즉시 API 재호출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결과 0건일 경우 '조건에 맞는 호텔이 없어요' 빈 상태(empty state) 노출 + 필터 초기화 유도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옵션(추천순/평점순/가격순) 제공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무한스크롤 또는 페이지네이션 — 트래픽 고려해 페이지네이션 채택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/api/v1/hotels?query=&amp;checkIn=&amp;checkOut=&amp;petType=&amp;facilities=&amp;sort=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상세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호텔의 신뢰도 정보(시설/리뷰/객실)를 모두 보여줘 예약 결정을 내리게 하는 화면. 전환율에 가장 큰 영향을 주는 화면이다.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4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523" y="1618488"/>
            <a:ext cx="4246474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캐러셀(최대 10장), 시설 태그 목록, 리뷰 요약(평균 평점 + 최근 리뷰 3건 미리보기)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객실 리스트: 각 객실별 가격/수용마릿수/잔여 여부 노출, 품절 객실은 비활성화 처리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찜(하트) 토글 — 로그인 상태에서만 즉시 반영, 비로그인 시 로그인(02)으로 유도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객실 카드의 '예약하기' 클릭 시 예약하기(05) 화면으로 해당 객실 정보 전달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/api/v1/hotels/{hotelId}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/api/v1/wishlist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/api/v1/wishlist/{hotelId}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 등록/관리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예약의 필수 선행 단계. 반려동물 정보가 없으면 예약을 진행할 수 없으므로, 최초 예약 시도 시 이 화면으로 강제 이동시킨다.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7_pet_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이름/종(강아지·고양이·기타)/품종/몸무게/나이 입력, 몸무게는 숫자만 허용(소수점 1자리)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중성화 여부 체크박스 — 일부 호텔은 중성화 미완료 개체 예약 제한 정책이 있어 필터링에 활용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특이사항(알러지, 공격성, 분리불안 등) 자유 텍스트 — 호텔 파트너 화면(A03)에 그대로 노출되어 케어에 참고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1마리 이상 등록되어야 예약 진행 가능, 등록 없을 시 예약하기 화면 진입 시 이 화면으로 리다이렉트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/api/v1/pets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/api/v1/pets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/api/v1/pets/{petId}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/api/v1/pets/{petId}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예약하기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예약 데이터가 생성되기 직전 마지막 정보 입력 단계. 이후 결제(05-1)로 넘어가는 깔때기의 핵심 지점이다.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5_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체크인/체크아웃 날짜+시간 선택, 최소 1박 이상 강제, 호텔의 예약 불가 날짜(만실)는 선택 비활성화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다중 선택(N:M) — 객실별 '최대 수용 마릿수' 초과 선택 시 경고 및 선택 차단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요청사항 500자 제한 텍스트, 초과 입력 시 카운터 경고 색상 변경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실시간 계산: (객실 1박가 × 박수) + (반려동물 추가마리 요금) — 값 변경 시 우측 요약 카드 즉시 갱신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'결제하러 가기' 클릭 시 RESERVATION을 PENDING 상태로 임시 생성 후 결제(05-1)로 이동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/api/v1/pets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/api/v1/reservations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05-1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결제하기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금전 거래가 발생하는 화면. 법적/보안 요구사항이 가장 높은 화면이므로 카드정보는 직접 수집하지 않고 PG사에 위임한다.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5-1_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결제수단(카드/카카오페이/무통장입금) 선택 라디오, 기본값은 최근 사용 수단으로 프리셋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결제 선택 시 PG사(토스페이먼츠 등) 위젯을 iframe/SDK로 호출 — 카드번호는 우리 서버에 절대 저장하지 않음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무통장 입금 선택 시 가상계좌 발급 후 입금 대기 상태(06 확인화면에서 계좌정보 노출)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취소·환불 규정 동의 체크 필수, 미동의 시 결제 버튼 비활성화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진행 중 이탈(브라우저 종료 등) 시 15분 후 PENDING 예약 자동 취소 배치 처리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/api/v1/payments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PG사 결제위젯 연동(토스페이먼츠/이니시스 등)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05-2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실패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실패로 이탈하는 사용자를 재시도로 유도해 전환 손실을 최소화하는 화면.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5-2_payment_f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PG사가 반환한 실패 코드/사유를 사람이 이해할 수 있는 문구로 변환해 노출 (예: 카드사 한도초과)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'임시 보관 15분' 카운트다운 — 시간 만료 시 예약이 자동 취소됨을 명확히 고지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결제수단으로 재시도 버튼 — 클릭 시 05-1로 복귀하되 이전 선택 정보는 초기화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사유 3회 연속 실패 시 고객센터 문의 유도 문구 추가 노출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/api/v1/payments/{paymentId}/status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확인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 직후 사용자를 안심시키고, 다음 행동(예약내역 확인/홈 복귀)을 안내하는 화면.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6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상태는 결제 직후 PENDING(호텔 승인 대기) — 확정이 아님을 배지와 문구로 명확히 구분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예약번호/일정/반려동물/결제금액 요약, 무통장입금 선택 시 입금 계좌·마감시한 별도 노출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 승인/거절 발생 시 푸시 또는 알림톡 발송 (승인 시 상태가 CONFIRMED로 전환)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'예약내역 보기' 클릭 시 09 화면으로 이동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/api/v1/reservations/{reservationId}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사용자의 허브 화면. 계정 관련 모든 기능(예약/반려동물/찜/리뷰/설정)의 진입점 역할을 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8_my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예정된 예약/이용완료/찜한 호텔 건수를 숫자로 요약 노출 (클릭 시 각 상세 목록으로 이동)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다가오는 예약 1건 미리보기 카드 — 승인대기/확정 상태 배지 포함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사이드바 메뉴로 예약내역/반려동물관리/찜목록/내가쓴리뷰/프로필수정 이동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시 토큰 만료 처리 후 홈(01)으로 이동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/api/v1/users/me/summary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예약내역 목록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과거·현재 모든 예약을 한 곳에서 조회하고 상태별로 관리하는 화면.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09_reservation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필터: 전체/승인대기/확정/이용완료/취소 — 탭 클릭 시 목록 즉시 재조회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이용완료 예약에는 '리뷰 작성하기' 버튼 노출, 이미 리뷰 작성한 건은 '내 리뷰 보기'로 텍스트 전환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취소된 예약은 회색 처리(비활성 톤)로 시각적으로 구분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클릭 시 예약상세(10) 화면으로 이동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/api/v1/reservations?status=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상세 / 취소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예약의 전체 정보를 확인하고, 취소 등 상태 변경 액션을 수행하는 화면.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10_reservation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예약/결제 상세 정보 전체 노출 (체크인아웃, 동반동물, 요청사항, 결제수단, 결제일시, 예약번호)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가능 여부는 예약 상태(PENDING/CONFIRMED)와 체크인까지 남은 기간에 따라 버튼 활성화 여부 결정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이용완료(CONFIRMED + 체크아웃 경과) 상태에서는 취소 버튼 대신 '리뷰 작성' 버튼으로 전환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버튼 클릭 시 10-1(취소/환불 확인) 화면으로 이동, 임의 취소는 이 화면에서 바로 처리하지 않음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/api/v1/reservations/{reservationId}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/api/v1/reservations/{reservationId}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취소/환불 확인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취소라는 되돌릴 수 없는 액션 직전 마지막 확인 단계. 환불 금액을 명확히 보여줘 클레임을 예방한다.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10-1_refund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수수료는 체크인까지 남은 기간에 따라 서버에서 자동 계산 (3일전 100%/1일전 50%/당일 0% 등, 정책은 B06에서 관리)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예정액을 결제금액과 대비해 큰 글씨로 강조 표시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사유 선택(드롭다운) — 통계 목적으로 수집, 필수 입력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'환불받고 취소하기' 버튼은 위험 액션이므로 error 색상 사용, 클릭 후 되돌릴 수 없음을 최종 confirm 다이얼로그로 재확인 권장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/api/v1/reservations/{reservationId}/cancel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작성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이용 경험을 다음 사용자에게 전달하는 신뢰 콘텐츠를 생성하는 화면. 호텔 상세(04)와 파트너 리뷰관리(A06)에 즉시 반영된다.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11_review_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별점(1~5) 필수, 세부 항목(청결도/친절도) 별점 선택 항목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최대 5장 첨부 가능 (개당 10MB 제한), 텍스트는 최소 10자 이상 입력해야 등록 버튼 활성화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이용완료(체크아웃 경과) 예약 1건당 리뷰 1개만 작성 가능하도록 서버에서 중복 차단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후 수정은 24시간 이내만 허용, 이후에는 삭제 후 재작성만 가능(정책 확인 필요)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/api/v1/reviews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찜 목록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호텔을 모아보고 재방문·비교를 돕는 화면. 재방문율 및 전환율 개선 목적이 크다.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12_wish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찜한 호텔을 그리드 카드로 노출, 카드 위 하트 아이콘 클릭 시 즉시 찜 해제(별도 확인 없음)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 해제 시 undo(되돌리기) 토스트 3초간 노출로 실수 클릭 방지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목록일 경우 '아직 찜한 호텔이 없어요' + 검색화면 이동 유도 버튼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클릭 시 호텔상세(04)로 이동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/api/v1/wishlist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/api/v1/wishlist/{hotelId}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수정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A40E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기본 정보와 설정을 관리하는 화면. 개인정보 변경이라 보안 검증 절차가 포함된다.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13_profile_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이름/휴대폰 번호 수정 가능, 이메일은 계정 식별자라 수정 불가(비활성 처리)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변경은 별도 화면/모달로 분리, 현재 비밀번호 재확인 후 변경 가능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정보 수신 토글 — 변경 즉시 서버 반영(별도 저장 버튼 불필요)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탈퇴는 위험 액션으로 별도 확인 모달(탈퇴 사유 선택 + 재확인) 필수, 탈퇴 시 진행중 예약 존재하면 탈퇴 차단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/api/v1/users/me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/api/v1/users/me/password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/api/v1/users/me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Petitel 화면설계서</dc:title>
  <dc:subject>PptxGenJS Presentation</dc:subject>
  <dc:creator>Petitel</dc:creator>
  <cp:lastModifiedBy>Petitel</cp:lastModifiedBy>
  <cp:revision>1</cp:revision>
  <dcterms:created xsi:type="dcterms:W3CDTF">2026-07-07T01:02:15Z</dcterms:created>
  <dcterms:modified xsi:type="dcterms:W3CDTF">2026-07-07T01:02:15Z</dcterms:modified>
</cp:coreProperties>
</file>