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83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Petitel 화면설계서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어드민 · 내부 운영팀 전용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   운영 로그인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   전체 대시보드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B03   호텔 입점 승인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B04   회원/신고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B05   결제·정산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B06   정책 설정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6개 화면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로그인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직원만 접근하는 관리 시스템의 관문. 민감 정보를 다루므로 보안 수준이 가장 높다.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1_operator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계정 + 비밀번호 + OTP 2단계 인증 필수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화이트리스트 적용 검토 (사내망/VPN 외 접근 차단)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등급(슈퍼관리자/일반운영자)에 따라 접근 가능한 메뉴 차등화 필요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이력은 감사로그(audit log)로 별도 저장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/api/v1/admin/auth/login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/api/v1/admin/auth/verify-otp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B02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전체 상태를 조망하는 경영 지표 화면. 운영팀이 매일 아침 가장 먼저 확인하는 화면이다.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가입/예약/매출 지표를 전일 대비 증감률과 함께 노출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지역별 활성 호텔 수를 막대그래프로 시각화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대기 항목(입점승인/신고/정산승인)을 건수로 요약, 클릭 시 해당 관리 화면으로 바로 이동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징후(전일 대비 매출 급락 등) 발생 시 경고 배너 노출 검토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/api/v1/admin/dashboard/summary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B03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입점 승인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품질을 지키는 첫 관문. 무분별한 입점을 막아 사용자 신뢰를 보호한다.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3_hotel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목록에 사업자명/지역/신청일 노출, 사업자등록증 등 서류 미리보기 링크 제공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시 파트너 계정(A01) 활성화 및 안내 이메일 자동 발송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시 사유 입력 필수, 재신청 가능 여부 정책 결정 필요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진위 확인은 수동 검토가 기본, 추후 사업자등록번호 진위확인 API 연동 검토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/api/v1/admin/hotels/pending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/api/v1/admin/hotels/{id}/approve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/api/v1/admin/hotels/{id}/reject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B04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회원/신고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내 이상행위(어뷰징, 부적절 콘텐츠)를 통제해 건전성을 유지하는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4_user_report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신고(A06에서 접수), 회원 신고를 유형별로 목록화, 미처리 건 강조 표시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 상세에서 원본 콘텐츠(리뷰 전문 등)와 신고 사유를 함께 확인 후 처리(콘텐츠 삭제/계정 정지/반려) 선택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정지 시 정지 사유·기간 기록, 사용자에게 정지 사실 및 사유 통보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신고 대상 회원은 별도 '주의 회원' 태그로 관리 검토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/api/v1/admin/reports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/api/v1/admin/reports/{id}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/api/v1/admin/users/{id}/suspend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B05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결제·정산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파트너에 대한 정산을 최종 승인하는 화면. 실제 자금 지급이 발생하므로 이중 확인이 중요하다.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5_payment_settlement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파트너별 정산 내역(A07의 상위 데이터) 목록, 승인 대기 건 우선 노출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승인 시 실제 계좌 이체 프로세스와 연동(수기 처리 또는 뱅킹 API 자동화 검토)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수수료 수익을 기간별로 집계해 별도 표시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오류 발생 시 개별 건 보류(hold) 처리 기능 필요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/api/v1/admin/settlements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/api/v1/admin/settlements/{id}/approve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/api/v1/admin/settlements/{id}/hold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B06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설정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8350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전역 규칙을 관리하는 화면. 여기서 바꾼 값이 사용자·파트너 화면 전반에 즉시 영향을 준다.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B06_policy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수수료율, 신규 입점 할인율 설정 — 변경 시 적용 시점(즉시/익월부터) 명시 필요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 규정(체크인 기준 %)을 구간별로 설정 — 10-1(사용자 취소화면) 계산 로직의 원천 데이터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등록/수정/삭제 — 등록 시 전체 사용자 대상 노출 여부 선택 가능하도록 검토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변경 이력은 별도 로그로 남겨 추후 분쟁 시 근거자료로 활용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/api/v1/admin/policy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/api/v1/admin/policy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/api/v1/admin/notices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/api/v1/admin/policy/history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Petitel 화면설계서</dc:title>
  <dc:subject>PptxGenJS Presentation</dc:subject>
  <dc:creator>Petitel</dc:creator>
  <cp:lastModifiedBy>Petitel</cp:lastModifiedBy>
  <cp:revision>1</cp:revision>
  <dcterms:created xsi:type="dcterms:W3CDTF">2026-07-04T09:08:32Z</dcterms:created>
  <dcterms:modified xsi:type="dcterms:W3CDTF">2026-07-04T09:08:32Z</dcterms:modified>
</cp:coreProperties>
</file>